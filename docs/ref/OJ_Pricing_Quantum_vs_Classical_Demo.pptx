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9C46A"/>
                </a:solidFill>
                <a:latin typeface="Segoe UI"/>
              </a:defRPr>
            </a:pPr>
            <a:r>
              <a:t>🍊 Orange Juice Fair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EEEEE"/>
                </a:solidFill>
                <a:latin typeface="Segoe UI"/>
              </a:defRPr>
            </a:pPr>
            <a:r>
              <a:t>Classical Monte Carlo vs Quantum Amplitude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BBBBCC"/>
                </a:solidFill>
                <a:latin typeface="Segoe UI"/>
              </a:defRPr>
            </a:pPr>
            <a:r>
              <a:t>A Simulation-Based Comparison for Fair Pricing Decisions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ctr">
              <a:spcAft>
                <a:spcPts val="540"/>
              </a:spcAft>
              <a:defRPr sz="1800" b="1">
                <a:solidFill>
                  <a:srgbClr val="EEEEEE"/>
                </a:solidFill>
                <a:latin typeface="Segoe UI"/>
              </a:defRPr>
            </a:pPr>
            <a:r>
              <a:t>Jose Giori Herran Escobar  —  Solutions Architect</a:t>
            </a:r>
          </a:p>
          <a:p>
            <a:pPr algn="ctr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Segoe UI"/>
              </a:defRPr>
            </a:pPr>
            <a:r>
              <a:t>📋 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Classical MC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Quantum AE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Error at N = 100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$2.20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$0.22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10×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Error at N = 10,000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$0.18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$0.006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31.6×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Price stability (N=50)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σ = $0.15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σ = $0.07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2×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Price stability (N=1000)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σ = $0.07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σ ≈ $0.00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∞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Decision clarity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Ambiguous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Clear ✅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Qualitative leap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E9C46A"/>
                </a:solidFill>
                <a:latin typeface="Segoe UI"/>
              </a:defRPr>
            </a:pPr>
            <a:r>
              <a:t>💡 Bottom Line: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Quantum AE enables more precise, stable, and fair pricing decisions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with the same computational budget — turning ambiguous choices into confident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Segoe UI"/>
              </a:defRPr>
            </a:pPr>
            <a:r>
              <a:t>🎯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>
                <a:solidFill>
                  <a:srgbClr val="2EC4B6"/>
                </a:solidFill>
                <a:latin typeface="Segoe UI"/>
              </a:defRPr>
            </a:pPr>
            <a:r>
              <a:t>The Business Question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A juice vendor must choose a selling price that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maximizes expected profit under uncertain demand.</a:t>
            </a:r>
          </a:p>
          <a:p>
            <a:pPr algn="l">
              <a:spcAft>
                <a:spcPts val="359"/>
              </a:spcAft>
              <a:defRPr sz="12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719"/>
              </a:spcAft>
              <a:defRPr sz="2400" b="1">
                <a:solidFill>
                  <a:srgbClr val="2EC4B6"/>
                </a:solidFill>
                <a:latin typeface="Segoe UI"/>
              </a:defRPr>
            </a:pPr>
            <a:r>
              <a:t>Why "Fair" Pricing Matters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76F51"/>
                </a:solidFill>
                <a:latin typeface="Segoe UI"/>
              </a:defRPr>
            </a:pPr>
            <a:r>
              <a:t>⚠️  Overpricing → lose customers, reduced demand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76F51"/>
                </a:solidFill>
                <a:latin typeface="Segoe UI"/>
              </a:defRPr>
            </a:pPr>
            <a:r>
              <a:t>⚠️  Underpricing → leave profit on the table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2EC4B6"/>
                </a:solidFill>
                <a:latin typeface="Segoe UI"/>
              </a:defRPr>
            </a:pPr>
            <a:r>
              <a:t>✅  Fair pricing → reflects true demand dynamics</a:t>
            </a:r>
          </a:p>
          <a:p>
            <a:pPr algn="l">
              <a:spcAft>
                <a:spcPts val="359"/>
              </a:spcAft>
              <a:defRPr sz="12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719"/>
              </a:spcAft>
              <a:defRPr sz="2400" b="1">
                <a:solidFill>
                  <a:srgbClr val="2EC4B6"/>
                </a:solidFill>
                <a:latin typeface="Segoe UI"/>
              </a:defRPr>
            </a:pPr>
            <a:r>
              <a:t>The Core Challenge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Estimating expected profit accurately under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demand uncertainty. The precision of this estimate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directly determines the quality of the pricing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E9C46A"/>
                </a:solidFill>
                <a:latin typeface="Segoe UI"/>
              </a:defRPr>
            </a:pPr>
            <a:r>
              <a:t>Pricing = Expectation Estimation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Goal:  estimate  E[Profit(p)]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F4A261"/>
                </a:solidFill>
                <a:latin typeface="Segoe UI"/>
              </a:defRPr>
            </a:pPr>
            <a:r>
              <a:t>Profit = (price − cost) × Demand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Demand is uncertain: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  D(p) = D₀ · (1 − α·(p − p_ref)) · (1+ε)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  ε ~ Uniform(−15%, +15%)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Two approaches to estimate E[Profit]: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F4A261"/>
                </a:solidFill>
                <a:latin typeface="Segoe UI"/>
              </a:defRPr>
            </a:pPr>
            <a:r>
              <a:t>  🎲 Classical Monte Carlo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2EC4B6"/>
                </a:solidFill>
                <a:latin typeface="Segoe UI"/>
              </a:defRPr>
            </a:pPr>
            <a:r>
              <a:t>  ⚛️ Quantum Amplitude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Segoe UI"/>
              </a:defRPr>
            </a:pPr>
            <a:r>
              <a:t>🔧  Model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Symbol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Cost per cup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$2.50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Production cost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Reference demand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D_ref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100 cups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Demand at reference price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Reference price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p_ref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$5.00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Baseline price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Price sensitivity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α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0.30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Demand drop per $1 increase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Demand noise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ε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±15%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Random demand fluctuation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206240"/>
            <a:ext cx="9418320" cy="2103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389120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E9C46A"/>
                </a:solidFill>
                <a:latin typeface="Segoe UI"/>
              </a:defRPr>
            </a:pPr>
            <a:r>
              <a:t>Mathematical Formulation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2EC4B6"/>
                </a:solidFill>
                <a:latin typeface="Segoe UI"/>
              </a:defRPr>
            </a:pPr>
            <a:r>
              <a:t>Demand:    D(p) = 100 · (1 − 0.3·(p − 5.0)) · (1 + ε)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4A261"/>
                </a:solidFill>
                <a:latin typeface="Segoe UI"/>
              </a:defRPr>
            </a:pPr>
            <a:r>
              <a:t>Profit:       Π(p) = (p − 2.5) · D(p)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Optimal:   p* = (1/α + p_ref + c) / 2  =  $5.42  →  Simulated: $5.40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E76F51"/>
                </a:solidFill>
                <a:latin typeface="Segoe UI"/>
              </a:defRPr>
            </a:pPr>
            <a:r>
              <a:t>Expected profit at optimal:  $255.20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A261"/>
                </a:solidFill>
                <a:latin typeface="Segoe UI"/>
              </a:defRPr>
            </a:pPr>
            <a:r>
              <a:t>🎲  Classical Monte Carlo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>
                <a:solidFill>
                  <a:srgbClr val="F4A261"/>
                </a:solidFill>
                <a:latin typeface="Segoe UI"/>
              </a:defRPr>
            </a:pPr>
            <a:r>
              <a:t>Algorithm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For each candidate price p: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1. Draw N random demand scenarios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     ε_i ~ Uniform(−0.15, +0.15)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2. Compute profit for each scenario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     Π_i = (p − c) · D(p, ε_i)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3. Average all samples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     Π̂(p) = (1/N) · Σ Π_i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03520" cy="475488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>
                <a:solidFill>
                  <a:srgbClr val="F4A261"/>
                </a:solidFill>
                <a:latin typeface="Segoe UI"/>
              </a:defRPr>
            </a:pPr>
            <a:r>
              <a:t>Error Scaling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660"/>
              </a:spcAft>
              <a:defRPr sz="2200" b="1">
                <a:solidFill>
                  <a:srgbClr val="EEEEEE"/>
                </a:solidFill>
                <a:latin typeface="Segoe UI"/>
              </a:defRPr>
            </a:pPr>
            <a:r>
              <a:t>Error  ~  σ / √N  =  O(1/√N)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E76F51"/>
                </a:solidFill>
                <a:latin typeface="Segoe UI"/>
              </a:defRPr>
            </a:pPr>
            <a:r>
              <a:t>The Problem: Quadratically Expensive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2× more precise  →  4× more samples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10× more precise  →  100× more samples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100× more precise  →  10,000× more samples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E76F51"/>
                </a:solidFill>
                <a:latin typeface="Segoe UI"/>
              </a:defRPr>
            </a:pPr>
            <a:r>
              <a:t>⚠️  At N = 100: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  Profit estimate:  $255 ± $2.20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    That's almost 1%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4B6"/>
                </a:solidFill>
                <a:latin typeface="Segoe UI"/>
              </a:defRPr>
            </a:pPr>
            <a:r>
              <a:t>⚛️  Quantum Amplitude Estimation (QAE)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>
                <a:solidFill>
                  <a:srgbClr val="2EC4B6"/>
                </a:solidFill>
                <a:latin typeface="Segoe UI"/>
              </a:defRPr>
            </a:pPr>
            <a:r>
              <a:t>Core Idea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EEEEEE"/>
                </a:solidFill>
                <a:latin typeface="Segoe UI"/>
              </a:defRPr>
            </a:pPr>
            <a:r>
              <a:t>Instead of sampling independently, QAE: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1. Encodes all demand scenarios into a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   quantum superposition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2. Computes profit and encodes it into the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   amplitude of a flag qubit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3. Uses quantum interference (Grover-like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   iterations) to extract the expected value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A|0⟩ = √(1−a)|ψ₀⟩|0⟩ + √a|ψ₁⟩|1⟩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where a = E[normalized profit]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03520" cy="475488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>
                <a:solidFill>
                  <a:srgbClr val="2EC4B6"/>
                </a:solidFill>
                <a:latin typeface="Segoe UI"/>
              </a:defRPr>
            </a:pPr>
            <a:r>
              <a:t>Error Scaling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660"/>
              </a:spcAft>
              <a:defRPr sz="2200" b="1">
                <a:solidFill>
                  <a:srgbClr val="EEEEEE"/>
                </a:solidFill>
                <a:latin typeface="Segoe UI"/>
              </a:defRPr>
            </a:pPr>
            <a:r>
              <a:t>Error  ~  O(1/N)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2EC4B6"/>
                </a:solidFill>
                <a:latin typeface="Segoe UI"/>
              </a:defRPr>
            </a:pPr>
            <a:r>
              <a:t>The Advantage: Linear Scaling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2× more precise  →  2× more queries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10× more precise  →  10× more queries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100× more precise  →  100× more queries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2EC4B6"/>
                </a:solidFill>
                <a:latin typeface="Segoe UI"/>
              </a:defRPr>
            </a:pPr>
            <a:r>
              <a:t>✅  At N = 100: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    Profit estimate:  $255 ± $0.22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2EC4B6"/>
                </a:solidFill>
                <a:latin typeface="Segoe UI"/>
              </a:defRPr>
            </a:pPr>
            <a:r>
              <a:t>    10× more precise than MC!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Segoe UI"/>
              </a:defRPr>
            </a:pPr>
            <a:r>
              <a:t>🍊  Expected Profit vs Price</a:t>
            </a:r>
          </a:p>
        </p:txBody>
      </p:sp>
      <p:pic>
        <p:nvPicPr>
          <p:cNvPr id="3" name="Picture 2" descr="profi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383280" cy="4389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0058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9C46A"/>
                </a:solidFill>
                <a:latin typeface="Segoe UI"/>
              </a:defRPr>
            </a:pPr>
            <a:r>
              <a:t>Key Insights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E9C46A"/>
                </a:solidFill>
                <a:latin typeface="Segoe UI"/>
              </a:defRPr>
            </a:pPr>
            <a:r>
              <a:t>Optimal price: $5.40 → Expected profit: $255.20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The flat-top curve means small estimation errors can shift the perceived optimal price significantly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This is exactly where QAE's precision advantage matters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Segoe UI"/>
              </a:defRPr>
            </a:pPr>
            <a:r>
              <a:t>⚡  Convergence: MC vs QAE</a:t>
            </a:r>
          </a:p>
        </p:txBody>
      </p:sp>
      <p:pic>
        <p:nvPicPr>
          <p:cNvPr id="3" name="Picture 2" descr="converge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383280" cy="4389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0058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9C46A"/>
                </a:solidFill>
                <a:latin typeface="Segoe UI"/>
              </a:defRPr>
            </a:pPr>
            <a:r>
              <a:t>Key Insights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E9C46A"/>
                </a:solidFill>
                <a:latin typeface="Segoe UI"/>
              </a:defRPr>
            </a:pPr>
            <a:r>
              <a:t>Orange (MC): slope −½  →  O(1/√N)    |    Teal (QAE): slope −1  →  O(1/N)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The shaded gap = quantum advantage — it grows with N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At N=10,000: QAE achieves 31.6× lower error than classical 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Segoe UI"/>
              </a:defRPr>
            </a:pPr>
            <a:r>
              <a:t>📊  Pricing Stability: 50 Independent Trials</a:t>
            </a:r>
          </a:p>
        </p:txBody>
      </p:sp>
      <p:pic>
        <p:nvPicPr>
          <p:cNvPr id="3" name="Picture 2" descr="pricing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383280" cy="4389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0058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9C46A"/>
                </a:solidFill>
                <a:latin typeface="Segoe UI"/>
              </a:defRPr>
            </a:pPr>
            <a:r>
              <a:t>Key Insights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F4A261"/>
                </a:solidFill>
                <a:latin typeface="Segoe UI"/>
              </a:defRPr>
            </a:pPr>
            <a:r>
              <a:t>At N=50: MC shows σ=$0.15 spread — the "optimal" price jumps around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QAE stabilizes much faster — near-deterministic even at low N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E9C46A"/>
                </a:solidFill>
                <a:latin typeface="Segoe UI"/>
              </a:defRPr>
            </a:pPr>
            <a:r>
              <a:t>Stable pricing = consistent decisions = fairer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Segoe UI"/>
              </a:defRPr>
            </a:pPr>
            <a:r>
              <a:t>🔥  Profit Landscape: Price × Uncertainty</a:t>
            </a:r>
          </a:p>
        </p:txBody>
      </p:sp>
      <p:pic>
        <p:nvPicPr>
          <p:cNvPr id="3" name="Picture 2" descr="heatmap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383280" cy="4389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0058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9C46A"/>
                </a:solidFill>
                <a:latin typeface="Segoe UI"/>
              </a:defRPr>
            </a:pPr>
            <a:r>
              <a:t>Key Insights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Heatmap shows profit across all price + uncertainty combinations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F4A261"/>
                </a:solidFill>
                <a:latin typeface="Segoe UI"/>
              </a:defRPr>
            </a:pPr>
            <a:r>
              <a:t>Higher uncertainty → higher profit variance → MC estimates become noisier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2EC4B6"/>
                </a:solidFill>
                <a:latin typeface="Segoe UI"/>
              </a:defRPr>
            </a:pPr>
            <a:r>
              <a:t>QAE's advantage is greatest where uncertainty is highest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Segoe UI"/>
              </a:defRPr>
            </a:pPr>
            <a:r>
              <a:t>🚀  Quantum Advantage Growth</a:t>
            </a:r>
          </a:p>
        </p:txBody>
      </p:sp>
      <p:pic>
        <p:nvPicPr>
          <p:cNvPr id="3" name="Picture 2" descr="convergence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383280" cy="4389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0058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9C46A"/>
                </a:solidFill>
                <a:latin typeface="Segoe UI"/>
              </a:defRPr>
            </a:pPr>
            <a:r>
              <a:t>Key Insights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The ratio (MC error / QAE error) grows as √N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E9C46A"/>
                </a:solidFill>
                <a:latin typeface="Segoe UI"/>
              </a:defRPr>
            </a:pPr>
            <a:r>
              <a:t>N=100: 3× better  |  N=1,000: 10× better  |  N=10,000: 31.6× better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The more you invest in computation, the more quantum pays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Segoe UI"/>
              </a:defRPr>
            </a:pPr>
            <a:r>
              <a:t>🎯  Fair Pricing Decision: The Killer Chart</a:t>
            </a:r>
          </a:p>
        </p:txBody>
      </p:sp>
      <p:pic>
        <p:nvPicPr>
          <p:cNvPr id="3" name="Picture 2" descr="fair_pricin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383280" cy="4389120"/>
          </a:xfrm>
          <a:prstGeom prst="roundRect">
            <a:avLst/>
          </a:prstGeom>
          <a:solidFill>
            <a:srgbClr val="0F0F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0058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9C46A"/>
                </a:solidFill>
                <a:latin typeface="Segoe UI"/>
              </a:defRPr>
            </a:pPr>
            <a:r>
              <a:t>Key Insights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F4A261"/>
                </a:solidFill>
                <a:latin typeface="Segoe UI"/>
              </a:defRPr>
            </a:pPr>
            <a:r>
              <a:t>MC (left): error bars OVERLAP — ambiguous decision, cannot distinguish $5.0 from $5.5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EC4B6"/>
                </a:solidFill>
                <a:latin typeface="Segoe UI"/>
              </a:defRPr>
            </a:pPr>
            <a:r>
              <a:t>QAE (right): clear separation — $5.50 is unambiguously the best choice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E9C46A"/>
                </a:solidFill>
                <a:latin typeface="Segoe UI"/>
              </a:defRPr>
            </a:pPr>
            <a:r>
              <a:t>Same budget (N=100), dramatically different decision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Segoe UI"/>
              </a:defRPr>
            </a:pPr>
            <a:r>
              <a:t>⚖️  Full Comparison: Classical vs Quantum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Monte Carlo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9C46A"/>
                          </a:solidFill>
                          <a:latin typeface="Segoe UI"/>
                        </a:rPr>
                        <a:t>Quantum AE</a:t>
                      </a:r>
                    </a:p>
                  </a:txBody>
                  <a:tcPr anchor="ctr">
                    <a:solidFill>
                      <a:srgbClr val="0F0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What it computes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Sample average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Amplitude of quantum state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Core mechanism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Random sampling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Quantum interference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Error scaling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O(1/√N)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O(1/N)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Cost for error ε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O(1/ε²)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O(1/ε)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Error at N = 100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$2.20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$0.22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Error at N = 10,000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$0.18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± $0.006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Advantage at N=10K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1× (baseline)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31.6×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Price stability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Noisy at low N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Stable even at low N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Decision quality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Ambiguous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EEEEE"/>
                          </a:solidFill>
                          <a:latin typeface="Segoe UI"/>
                        </a:rPr>
                        <a:t>Clear ✅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Segoe UI"/>
              </a:defRPr>
            </a:pPr>
            <a:r>
              <a:t>💡  The Fair Pricing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E76F51"/>
                </a:solidFill>
                <a:latin typeface="Segoe UI"/>
              </a:defRPr>
            </a:pPr>
            <a:r>
              <a:t>Why Classical MC Falls Short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🔴  High estimation noise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BBBBCC"/>
                </a:solidFill>
                <a:latin typeface="Segoe UI"/>
              </a:defRPr>
            </a:pPr>
            <a:r>
              <a:t>     Price appears optimal when it's not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🔴  Inconsistent decisions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BBBBCC"/>
                </a:solidFill>
                <a:latin typeface="Segoe UI"/>
              </a:defRPr>
            </a:pPr>
            <a:r>
              <a:t>     Same analysis twice → different prices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🔴  Requires massive samples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BBBBCC"/>
                </a:solidFill>
                <a:latin typeface="Segoe UI"/>
              </a:defRPr>
            </a:pPr>
            <a:r>
              <a:t>     Impractical for real-time pricing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E76F51"/>
                </a:solidFill>
                <a:latin typeface="Segoe UI"/>
              </a:defRPr>
            </a:pPr>
            <a:r>
              <a:t>🔴  Noise-driven decisions ≠ fair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03520" cy="45720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2EC4B6"/>
                </a:solidFill>
                <a:latin typeface="Segoe UI"/>
              </a:defRPr>
            </a:pPr>
            <a:r>
              <a:t>Why Quantum AE Enables Fairer Pricing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✅  10–30× lower noise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BBBBCC"/>
                </a:solidFill>
                <a:latin typeface="Segoe UI"/>
              </a:defRPr>
            </a:pPr>
            <a:r>
              <a:t>     Price reflects true demand, not artifacts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✅  Deterministic convergence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BBBBCC"/>
                </a:solidFill>
                <a:latin typeface="Segoe UI"/>
              </a:defRPr>
            </a:pPr>
            <a:r>
              <a:t>     Same analysis → same decision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EEEEEE"/>
                </a:solidFill>
                <a:latin typeface="Segoe UI"/>
              </a:defRPr>
            </a:pPr>
            <a:r>
              <a:t>✅  Linear scaling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BBBBCC"/>
                </a:solidFill>
                <a:latin typeface="Segoe UI"/>
              </a:defRPr>
            </a:pPr>
            <a:r>
              <a:t>     Feasible for complex pricing models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2EC4B6"/>
                </a:solidFill>
                <a:latin typeface="Segoe UI"/>
              </a:defRPr>
            </a:pPr>
            <a:r>
              <a:t>✅  Accurate estimation = fair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Segoe UI"/>
              </a:defRPr>
            </a:pPr>
            <a:r>
              <a:t>🧠  Executive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109728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C46A"/>
                </a:solidFill>
                <a:latin typeface="Segoe UI"/>
              </a:defRPr>
            </a:pPr>
            <a:r>
              <a:t>"Quantum advantage in pricing is not about speed alone — it's about better decision quality under uncertainty."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2EC4B6"/>
                </a:solidFill>
                <a:latin typeface="Segoe UI"/>
              </a:defRPr>
            </a:pPr>
            <a:r>
              <a:t>Strategic Implications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🔹  Near-term:  Use classical MC with awareness of its limitations; build confidence intervals into pricing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🔹  Medium-term:  Explore hybrid classical-quantum approaches (variational QAE, noise-aware protocols)</a:t>
            </a:r>
          </a:p>
          <a:p>
            <a:pPr algn="l">
              <a:spcAft>
                <a:spcPts val="179"/>
              </a:spcAft>
              <a:defRPr sz="6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🔹  Long-term:  Full QAE on fault-tolerant quantum hardware for high-precision, fair, real-time pricing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660"/>
              </a:spcAft>
              <a:defRPr sz="2200" b="1">
                <a:solidFill>
                  <a:srgbClr val="E76F51"/>
                </a:solidFill>
                <a:latin typeface="Segoe UI"/>
              </a:defRPr>
            </a:pPr>
            <a:r>
              <a:t>Value Proposition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EEEEEE"/>
                </a:solidFill>
                <a:latin typeface="Segoe U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For every pricing decision where $5 of profit difference matters, QAE can resolve the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difference with 100× fewer evaluations. In high-frequency pricing, thin margins, and complex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EEEEEE"/>
                </a:solidFill>
                <a:latin typeface="Segoe UI"/>
              </a:defRPr>
            </a:pPr>
            <a:r>
              <a:t>demand models — quantum advantage translates directly into better margins and fairer prices.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9C46A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EEEEE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EEEEEE"/>
                </a:solidFill>
                <a:latin typeface="Segoe UI"/>
              </a:defRPr>
            </a:pPr>
            <a:r>
              <a:t>Jose Giori Herran Escobar</a:t>
            </a:r>
          </a:p>
          <a:p>
            <a:pPr algn="ctr">
              <a:spcAft>
                <a:spcPts val="540"/>
              </a:spcAft>
              <a:defRPr sz="1800" b="0">
                <a:solidFill>
                  <a:srgbClr val="BBBBCC"/>
                </a:solidFill>
                <a:latin typeface="Segoe UI"/>
              </a:defRPr>
            </a:pPr>
            <a:r>
              <a:t>Solutions Architect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EEEEE"/>
                </a:solidFill>
                <a:latin typeface="Segoe UI"/>
              </a:defRPr>
            </a:pPr>
          </a:p>
          <a:p>
            <a:pPr algn="ctr">
              <a:spcAft>
                <a:spcPts val="540"/>
              </a:spcAft>
              <a:defRPr sz="1800" b="0">
                <a:solidFill>
                  <a:srgbClr val="2EC4B6"/>
                </a:solidFill>
                <a:latin typeface="Segoe UI"/>
              </a:defRPr>
            </a:pPr>
            <a:r>
              <a:t>🍊 Fair pricing through quantum-enhanced estimation</a:t>
            </a:r>
          </a:p>
          <a:p>
            <a:pPr algn="ctr">
              <a:spcAft>
                <a:spcPts val="480"/>
              </a:spcAft>
              <a:defRPr sz="1600" b="0">
                <a:solidFill>
                  <a:srgbClr val="BBBBCC"/>
                </a:solidFill>
                <a:latin typeface="Segoe UI"/>
              </a:defRPr>
            </a:pPr>
            <a:r>
              <a:t>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